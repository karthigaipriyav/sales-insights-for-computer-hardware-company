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9333FA4-191E-4039-AC4B-DB43B3C6E32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DB81274-D41C-43D1-8F58-DF528C8AA10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24-01-2026 14:41:51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1C3615AB-8202-416D-94C7-D0685EBEAB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2026-01-24T09:11:58Z</dcterms:created>
  <dcterms:modified xsi:type="dcterms:W3CDTF">2026-01-24T09:11:58Z</dcterms:modified>
</cp:coreProperties>
</file>